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33333"/>
                </a:solidFill>
              </a:rPr>
              <a:t>AI-Powered Third Party Risk Management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66666"/>
                </a:solidFill>
              </a:rPr>
              <a:t>4-Minute Demo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33333"/>
                </a:solidFill>
              </a:rPr>
              <a:t>Demo: What You'll See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b="1" dirty="0">
                <a:solidFill>
                  <a:srgbClr val="333333"/>
                </a:solidFill>
              </a:rPr>
              <a:t>Dashboard</a:t>
            </a:r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 - Real-time risk posture at a glance
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b="1" dirty="0">
                <a:solidFill>
                  <a:srgbClr val="333333"/>
                </a:solidFill>
              </a:rPr>
              <a:t>AI Vendor Profiling</a:t>
            </a:r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 - Instant risk classification
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b="1" dirty="0">
                <a:solidFill>
                  <a:srgbClr val="333333"/>
                </a:solidFill>
              </a:rPr>
              <a:t>Document Analysis</a:t>
            </a:r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 - Automated finding extraction
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b="1" dirty="0">
                <a:solidFill>
                  <a:srgbClr val="333333"/>
                </a:solidFill>
              </a:rPr>
              <a:t>Reporting</a:t>
            </a:r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 - Executive-ready insights in seconds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33333"/>
                </a:solidFill>
              </a:rPr>
              <a:t>How AI Helps: Six Specialized Agents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333333"/>
                </a:solidFill>
              </a:rPr>
              <a:t>Vendor Profiler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 - Auto-classifies risk level instantly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333333"/>
                </a:solidFill>
              </a:rPr>
              <a:t>Security Analyzer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 - Extracts findings from documents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333333"/>
                </a:solidFill>
              </a:rPr>
              <a:t>Risk Assessor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 - Evaluates 9 security domains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333333"/>
                </a:solidFill>
              </a:rPr>
              <a:t>Risk Manager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 - Generates remediation plans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3566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333333"/>
                </a:solidFill>
              </a:rPr>
              <a:t>Report Generator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 - Creates executive summaries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333333"/>
                </a:solidFill>
              </a:rPr>
              <a:t>Information Gatherer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 - Identifies documentation gaps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33333"/>
                </a:solidFill>
              </a:rPr>
              <a:t>Business Value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2000" b="1" dirty="0">
                <a:solidFill>
                  <a:srgbClr val="333333"/>
                </a:solidFill>
              </a:rPr>
              <a:t>90% reduction</a:t>
            </a:r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 in manual document review time
</a:t>
            </a:r>
            <a:pPr indent="0" marL="0">
              <a:buNone/>
            </a:pPr>
            <a:r>
              <a:rPr lang="en-US" sz="2000" b="1" dirty="0">
                <a:solidFill>
                  <a:srgbClr val="333333"/>
                </a:solidFill>
              </a:rPr>
              <a:t>Vendor onboarding</a:t>
            </a:r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 reduced from days to hours
</a:t>
            </a:r>
            <a:pPr indent="0" marL="0">
              <a:buNone/>
            </a:pPr>
            <a:r>
              <a:rPr lang="en-US" sz="2000" b="1" dirty="0">
                <a:solidFill>
                  <a:srgbClr val="333333"/>
                </a:solidFill>
              </a:rPr>
              <a:t>Consistent risk scoring</a:t>
            </a:r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 across all vendors
</a:t>
            </a:r>
            <a:pPr indent="0" marL="0">
              <a:buNone/>
            </a:pPr>
            <a:r>
              <a:rPr lang="en-US" sz="2000" b="1" dirty="0">
                <a:solidFill>
                  <a:srgbClr val="333333"/>
                </a:solidFill>
              </a:rPr>
              <a:t>Auto-mapping</a:t>
            </a:r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 to SOC 2, ISO 27001, NIST, HIPAA, PCI-DSS
</a:t>
            </a:r>
            <a:pPr indent="0" marL="0">
              <a:buNone/>
            </a:pPr>
            <a:r>
              <a:rPr lang="en-US" sz="2000" b="1" dirty="0">
                <a:solidFill>
                  <a:srgbClr val="333333"/>
                </a:solidFill>
              </a:rPr>
              <a:t>Scalable</a:t>
            </a:r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 - more vendors without adding headcount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33333"/>
                </a:solidFill>
              </a:rPr>
              <a:t>Summary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Transforms vendor risk from reactive to proactive
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AI handles review, assessment, and reporting
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Team focuses on decisions, not document review
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Reduces risk | Ensures compliance | Improves efficiency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0066CC"/>
                </a:solidFill>
              </a:rPr>
              <a:t>"Our AI-powered TPRM platform transforms vendor risk management into a proactive, intelligent system."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Third Party Risk Management</dc:title>
  <dc:subject>4-Minute Demo</dc:subject>
  <dc:creator>Sleep Number</dc:creator>
  <cp:lastModifiedBy>Sleep Number</cp:lastModifiedBy>
  <cp:revision>1</cp:revision>
  <dcterms:created xsi:type="dcterms:W3CDTF">2026-01-07T21:37:41Z</dcterms:created>
  <dcterms:modified xsi:type="dcterms:W3CDTF">2026-01-07T21:37:41Z</dcterms:modified>
</cp:coreProperties>
</file>